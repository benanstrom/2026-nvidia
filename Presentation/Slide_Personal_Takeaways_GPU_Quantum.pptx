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51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GPU time is expensive, but necessary to reach regimes where scaling behavior is meaningful.</a:t>
            </a:r>
            <a:endParaRPr lang="en-US" dirty="0"/>
          </a:p>
          <a:p>
            <a:pPr>
              <a:defRPr sz="2000"/>
            </a:pPr>
            <a:r>
              <a:rPr dirty="0"/>
              <a:t>Without removing classical bottlenecks, quantum improvements cannot be measured fairly.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Personal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Benjamin Neil Anstrom</cp:lastModifiedBy>
  <cp:revision>2</cp:revision>
  <dcterms:created xsi:type="dcterms:W3CDTF">2013-01-27T09:14:16Z</dcterms:created>
  <dcterms:modified xsi:type="dcterms:W3CDTF">2026-02-01T11:36:03Z</dcterms:modified>
  <cp:category/>
</cp:coreProperties>
</file>