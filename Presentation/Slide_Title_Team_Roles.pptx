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387" y="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GPU-Accelerated Hybrid Optimization for LABS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sz="1800"/>
              <a:t>Quantum-Inspired Seeding with a GPU-Accelerated Memetic Tabu Search</a:t>
            </a:r>
          </a:p>
          <a:p>
            <a:endParaRPr sz="1800"/>
          </a:p>
          <a:p>
            <a:r>
              <a:rPr sz="1800"/>
              <a:t>Ben Anstrom — Technical Marketing &amp; GPU Acceleration Lead</a:t>
            </a:r>
          </a:p>
          <a:p>
            <a:r>
              <a:rPr sz="1800"/>
              <a:t>Katya Mijatovic — Project Lead &amp; Quality Assurance Lead</a:t>
            </a:r>
          </a:p>
          <a:p>
            <a:endParaRPr sz="1800"/>
          </a:p>
          <a:p>
            <a:r>
              <a:rPr sz="1800"/>
              <a:t>MIT iQuHACK 2026 · NVIDIA LABS Challenge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DA7265-8231-326E-834F-72F538E93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6575"/>
            <a:ext cx="1783216" cy="21414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38</Words>
  <Application>Microsoft Office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GPU-Accelerated Hybrid Optimization for LABS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Benjamin Neil Anstrom</cp:lastModifiedBy>
  <cp:revision>2</cp:revision>
  <dcterms:created xsi:type="dcterms:W3CDTF">2013-01-27T09:14:16Z</dcterms:created>
  <dcterms:modified xsi:type="dcterms:W3CDTF">2026-02-01T11:39:41Z</dcterms:modified>
  <cp:category/>
</cp:coreProperties>
</file>