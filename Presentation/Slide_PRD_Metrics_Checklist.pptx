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22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evidence files:</a:t>
            </a:r>
          </a:p>
          <a:p>
            <a:endParaRPr/>
          </a:p>
          <a:p>
            <a:r>
              <a:t>Metric 1 (GPU speedup):</a:t>
            </a:r>
          </a:p>
          <a:p>
            <a:r>
              <a:t>- labs_hybrid_solver/Claude-revisions.md (Sections 1–2) contains benchmark tables:</a:t>
            </a:r>
          </a:p>
          <a:p>
            <a:r>
              <a:t>  • Energy kernel RawKernel: 157–252× speedup (31–40 µs per batch)</a:t>
            </a:r>
          </a:p>
          <a:p>
            <a:r>
              <a:t>  • Delta-energy MTS kernels: 12.9–47.9× speedup (100 iters)</a:t>
            </a:r>
          </a:p>
          <a:p>
            <a:r>
              <a:t>- labs_hybrid_solver/bench_energy_kernel.py and bench_delta_mts.py reproduce these benchmarks</a:t>
            </a:r>
          </a:p>
          <a:p>
            <a:r>
              <a:t>- labs_hybrid_solver/README.md GPU acceleration bullets</a:t>
            </a:r>
          </a:p>
          <a:p>
            <a:r>
              <a:t>- labs_hybrid_solver/team_submissions/PRESENTATION_OUTLINE.md repeats these numbers</a:t>
            </a:r>
          </a:p>
          <a:p>
            <a:endParaRPr/>
          </a:p>
          <a:p>
            <a:r>
              <a:t>Metric 2 (Scale N=20–30):</a:t>
            </a:r>
          </a:p>
          <a:p>
            <a:r>
              <a:t>- results/run_bench_20260201_052047/gate3_gpu_matrix/metrics.csv (rows for N=20 and N=30)</a:t>
            </a:r>
          </a:p>
          <a:p>
            <a:r>
              <a:t>- results/run_bench_20260201_052047/gate3_gpu_matrix/results_summary.md</a:t>
            </a:r>
          </a:p>
          <a:p>
            <a:endParaRPr/>
          </a:p>
          <a:p>
            <a:r>
              <a:t>Metric 3 (Seeder comparison):</a:t>
            </a:r>
          </a:p>
          <a:p>
            <a:r>
              <a:t>- results/run_bench_20260201_052047/gate3_gpu_matrix/artifacts/plots/</a:t>
            </a:r>
          </a:p>
          <a:p>
            <a:r>
              <a:t>  • seed_energy_hist.png</a:t>
            </a:r>
          </a:p>
          <a:p>
            <a:r>
              <a:t>  • final_energy_bar.png</a:t>
            </a:r>
          </a:p>
          <a:p>
            <a:r>
              <a:t>  • time_to_best.png</a:t>
            </a:r>
          </a:p>
          <a:p>
            <a:r>
              <a:t>  • runtime_breakdown.png</a:t>
            </a:r>
          </a:p>
          <a:p>
            <a:r>
              <a:t>- Per-condition traces: *_mts_trace.json and *_seed_energies.npy in Gate 3 artifacts/</a:t>
            </a:r>
          </a:p>
          <a:p>
            <a:endParaRPr/>
          </a:p>
          <a:p>
            <a:r>
              <a:t>Metric 4 (Large N ≥40):</a:t>
            </a:r>
          </a:p>
          <a:p>
            <a:r>
              <a:t>- Gate 3 metrics.csv includes N=40 runs for seeder=random and seeder=pce</a:t>
            </a:r>
          </a:p>
          <a:p>
            <a:r>
              <a:t>- OOM guard implementation: src/labs_hybrid/benchmarks.py (_would_oom)</a:t>
            </a:r>
          </a:p>
          <a:p>
            <a:r>
              <a:t>- OOM guard rationale: Claude-revisions.md (Section 6)</a:t>
            </a:r>
          </a:p>
          <a:p>
            <a:endParaRPr/>
          </a:p>
          <a:p>
            <a:r>
              <a:t>Metric 5 (PCE seeds):</a:t>
            </a:r>
          </a:p>
          <a:p>
            <a:r>
              <a:t>- Paper-accurate PCE implementation: src/labs_hybrid/seeders/pce_seeder.py</a:t>
            </a:r>
          </a:p>
          <a:p>
            <a:r>
              <a:t>- PCE completion details: Claude-revisions.md (Section 3)</a:t>
            </a:r>
          </a:p>
          <a:p>
            <a:r>
              <a:t>- Gate 2 GPU bring-up includes PCE at N=16: results/run_bench_20260201_052047/gate2_gpu_bringup/metrics.csv</a:t>
            </a:r>
          </a:p>
          <a:p>
            <a:r>
              <a:t>- Gate 3 includes PCE at N=20/30/40: results/run_bench_20260201_052047/gate3_gpu_matrix/metrics.csv</a:t>
            </a:r>
          </a:p>
          <a:p>
            <a:endParaRPr/>
          </a:p>
          <a:p>
            <a:r>
              <a:t>Metric 6 (Quantum advantage signal):</a:t>
            </a:r>
          </a:p>
          <a:p>
            <a:r>
              <a:t>- Gate 3 has only one run per seeder per N; no repeated trials to support a median claim.</a:t>
            </a:r>
          </a:p>
          <a:p>
            <a:r>
              <a:t>- At N=30 in Gate 3, best_final_energy is identical across all seeders; median advantage not shown.</a:t>
            </a:r>
          </a:p>
          <a:p>
            <a:r>
              <a:t>- Suggestion: run multiple rng_seed values per seeder at N=30+ and compute median(final_energy) under equal time budgets.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PRD Success Metrics — Checklist (Evidence from Bench Runs)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1 (GPU speedup ≥5×)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energy kernel 150–250×; MTS delta-energy 13–48× (L4 benchmarks).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2 (Scale: N=20–30 end-to-end)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Gate 3 GPU matrix includes N=20 &amp; N=30 runs + logs/plots.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3 (Seeder comparison: Random vs DCQO vs DCQO+)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convergence traces + seed &amp; final-energy plots saved in Gate 3 artifacts.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4 (Large N: reach N≥40) — Achieved </a:t>
            </a:r>
            <a:endParaRPr lang="en-US" sz="1800" b="1" dirty="0"/>
          </a:p>
          <a:p>
            <a:pPr marL="0" indent="0">
              <a:buNone/>
              <a:defRPr sz="1800" b="1"/>
            </a:pPr>
            <a:r>
              <a:rPr lang="en-US" sz="1800" b="1" dirty="0"/>
              <a:t>	</a:t>
            </a:r>
            <a:r>
              <a:rPr sz="1400" b="0" dirty="0"/>
              <a:t>Evidence: N=40 runs completed for Random &amp; PCE; CUDA-Q seeders skipped via OOM guard.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5 (PCE seeds implemented)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PCE seeder integrated</a:t>
            </a:r>
            <a:endParaRPr lang="en-US" sz="1400" b="0" dirty="0"/>
          </a:p>
          <a:p>
            <a:pPr marL="0" indent="0">
              <a:buNone/>
              <a:defRPr sz="1800" b="1"/>
            </a:pPr>
            <a:r>
              <a:rPr lang="en-US" sz="1800" b="1" dirty="0"/>
              <a:t>☐ Metric 6 (Quantum advantage signal at N≥25 vs Random median) — Not demonstrated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At N=30, final energies matched Random under equal budget; only single-run per condition.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669</Words>
  <Application>Microsoft Office PowerPoint</Application>
  <PresentationFormat>On-screen Show (4:3)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PRD Success Metrics — Checklist (Evidence from Bench Runs)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Anstrom</dc:creator>
  <cp:keywords/>
  <dc:description>generated using python-pptx</dc:description>
  <cp:lastModifiedBy>Benjamin Neil Anstrom</cp:lastModifiedBy>
  <cp:revision>2</cp:revision>
  <dcterms:created xsi:type="dcterms:W3CDTF">2013-01-27T09:14:16Z</dcterms:created>
  <dcterms:modified xsi:type="dcterms:W3CDTF">2026-02-01T11:06:33Z</dcterms:modified>
  <cp:category/>
</cp:coreProperties>
</file>