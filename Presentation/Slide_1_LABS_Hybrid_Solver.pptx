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251" y="5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16064"/>
            <a:ext cx="7772400" cy="1470025"/>
          </a:xfrm>
        </p:spPr>
        <p:txBody>
          <a:bodyPr/>
          <a:lstStyle/>
          <a:p>
            <a:r>
              <a:rPr dirty="0"/>
              <a:t>GPU-Accelerated Hybrid Solver for the LABS Problem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381080"/>
            <a:ext cx="6400800" cy="3093181"/>
          </a:xfrm>
        </p:spPr>
        <p:txBody>
          <a:bodyPr>
            <a:normAutofit fontScale="62500" lnSpcReduction="20000"/>
          </a:bodyPr>
          <a:lstStyle/>
          <a:p>
            <a:r>
              <a:rPr dirty="0"/>
              <a:t>Quantum-Inspired Seeding with GPU-Accelerated Memetic Tabu Search</a:t>
            </a:r>
          </a:p>
          <a:p>
            <a:endParaRPr dirty="0"/>
          </a:p>
          <a:p>
            <a:r>
              <a:rPr dirty="0"/>
              <a:t>We demonstrate that GPU-accelerated Memetic Tabu Search (MTS) with quantum-inspired seeding achieves better time-to-solution than classical baselines for the LABS problem.</a:t>
            </a:r>
          </a:p>
          <a:p>
            <a:endParaRPr dirty="0"/>
          </a:p>
          <a:p>
            <a:r>
              <a:rPr dirty="0"/>
              <a:t>MIT </a:t>
            </a:r>
            <a:r>
              <a:rPr dirty="0" err="1"/>
              <a:t>iQuHACK</a:t>
            </a:r>
            <a:r>
              <a:rPr dirty="0"/>
              <a:t> 2026 — NVIDIA LABS Challenge</a:t>
            </a:r>
          </a:p>
          <a:p>
            <a:r>
              <a:rPr dirty="0"/>
              <a:t>Team: </a:t>
            </a:r>
            <a:r>
              <a:rPr lang="en-US"/>
              <a:t>AvoQados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48</Words>
  <Application>Microsoft Office PowerPoint</Application>
  <PresentationFormat>On-screen Show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GPU-Accelerated Hybrid Solver for the LABS Problem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Ben Anstrom</dc:creator>
  <cp:keywords/>
  <dc:description>generated using python-pptx</dc:description>
  <cp:lastModifiedBy>Benjamin Neil Anstrom</cp:lastModifiedBy>
  <cp:revision>2</cp:revision>
  <dcterms:created xsi:type="dcterms:W3CDTF">2013-01-27T09:14:16Z</dcterms:created>
  <dcterms:modified xsi:type="dcterms:W3CDTF">2026-02-01T11:44:21Z</dcterms:modified>
  <cp:category/>
</cp:coreProperties>
</file>