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41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5A582-C236-E0BE-31FC-A702118A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67F4B-A5E0-0D2C-AEFD-686F7D05E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0EC41-7886-49F2-872C-73717F6BB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D9EDD-7323-58CE-3D16-A8E177C4C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35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raw seed energy before MTS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8008" y="1307592"/>
            <a:ext cx="11155680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448" y="1417320"/>
            <a:ext cx="9144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4312" y="1472184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23848" y="1417320"/>
            <a:ext cx="2011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78712" y="147218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35528" y="1417320"/>
            <a:ext cx="2011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0392" y="147218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47208" y="1417320"/>
            <a:ext cx="2011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02072" y="147218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DCQO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58888" y="1417320"/>
            <a:ext cx="2011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13752" y="147218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DCQO+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70568" y="1417320"/>
            <a:ext cx="20116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25432" y="147218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448" y="196596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4312" y="2020824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523848" y="19659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78712" y="202082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35528" y="19659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90392" y="202082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547208" y="19659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02072" y="202082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558888" y="19659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13752" y="202082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570568" y="19659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25432" y="202082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448" y="251460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4312" y="2569464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523848" y="251460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78712" y="256946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535528" y="251460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90392" y="256946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47208" y="251460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02072" y="256946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558888" y="251460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13752" y="256946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570568" y="251460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25432" y="256946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09448" y="306324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4312" y="3118104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523848" y="306324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578712" y="311810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535528" y="306324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590392" y="311810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547208" y="306324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02072" y="311810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558888" y="306324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13752" y="311810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570568" y="306324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625432" y="311810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09448" y="37490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lower energy is better.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325880" y="5029200"/>
            <a:ext cx="953993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600200" y="5193792"/>
            <a:ext cx="8991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600200" y="5468112"/>
            <a:ext cx="8991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produces seeds ~2× better than random across all 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energy after MTS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GPU budget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8008" y="1444752"/>
            <a:ext cx="1115568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448" y="1554480"/>
            <a:ext cx="9144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4312" y="1609344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23848" y="1554480"/>
            <a:ext cx="20116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78712" y="160934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35528" y="1554480"/>
            <a:ext cx="20116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0392" y="160934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47208" y="1554480"/>
            <a:ext cx="20116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02072" y="160934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DCQO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58888" y="1554480"/>
            <a:ext cx="20116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13752" y="160934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DCQO+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70568" y="1554480"/>
            <a:ext cx="20116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25432" y="160934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448" y="214884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4312" y="2203704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523848" y="21488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78712" y="220370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35528" y="21488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90392" y="220370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547208" y="21488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02072" y="220370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558888" y="21488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13752" y="220370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570568" y="21488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25432" y="220370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448" y="274320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4312" y="2798064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523848" y="274320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78712" y="279806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535528" y="274320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90392" y="279806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47208" y="274320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02072" y="279806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558888" y="274320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13752" y="279806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570568" y="274320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25432" y="279806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09448" y="333756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4312" y="3392424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523848" y="33375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578712" y="339242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535528" y="33375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590392" y="339242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547208" y="33375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02072" y="339242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558888" y="33375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13752" y="339242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570568" y="33375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625432" y="339242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09448" y="40690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lower energy is better.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325880" y="5212080"/>
            <a:ext cx="953993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600200" y="5358384"/>
            <a:ext cx="8991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600200" y="5632704"/>
            <a:ext cx="8991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3s MTS budget, methods tie at N=20 and N=30; PCE is best at N=40.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6E88A-8F2C-9674-0C73-BA9321DB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95DDDD-F227-3977-7E3B-84BAD1E03DF2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4EBB83-4BCD-4B60-9707-7445037832FF}"/>
              </a:ext>
            </a:extLst>
          </p:cNvPr>
          <p:cNvSpPr/>
          <p:nvPr/>
        </p:nvSpPr>
        <p:spPr>
          <a:xfrm>
            <a:off x="640080" y="164592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Breakdown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97D61F-627A-68A5-D55D-1ABB2C9E675A}"/>
              </a:ext>
            </a:extLst>
          </p:cNvPr>
          <p:cNvSpPr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solution</a:t>
            </a:r>
            <a:endParaRPr lang="en-US" sz="130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9DD14EBF-4862-C460-4B13-7ED9D6A16F93}"/>
              </a:ext>
            </a:extLst>
          </p:cNvPr>
          <p:cNvSpPr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End-to-end runtime components (seed → postselect → MTS budget)</a:t>
            </a:r>
            <a:endParaRPr lang="en-US" sz="1400" dirty="0"/>
          </a:p>
        </p:txBody>
      </p:sp>
      <p:pic>
        <p:nvPicPr>
          <p:cNvPr id="59" name="Image 0" descr="/mnt/data/ppt_assets/runtime_breakdown.png">
            <a:extLst>
              <a:ext uri="{FF2B5EF4-FFF2-40B4-BE49-F238E27FC236}">
                <a16:creationId xmlns:a16="http://schemas.microsoft.com/office/drawing/2014/main" id="{F3B3C093-798F-7C22-D860-9992ABC7B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528" y="1508760"/>
            <a:ext cx="5120640" cy="3840480"/>
          </a:xfrm>
          <a:prstGeom prst="rect">
            <a:avLst/>
          </a:prstGeom>
        </p:spPr>
      </p:pic>
      <p:sp>
        <p:nvSpPr>
          <p:cNvPr id="60" name="Text 6">
            <a:extLst>
              <a:ext uri="{FF2B5EF4-FFF2-40B4-BE49-F238E27FC236}">
                <a16:creationId xmlns:a16="http://schemas.microsoft.com/office/drawing/2014/main" id="{5B37B939-A458-0C50-0A01-3129DB6B2C69}"/>
              </a:ext>
            </a:extLst>
          </p:cNvPr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2794" tIns="2794" rIns="2794" bIns="279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Takeaway: GPU MTS is fast and stable; some seeders (notably PCE) trade compute time for higher-quality starting points.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2462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161</Words>
  <Application>Microsoft Office PowerPoint</Application>
  <PresentationFormat>Widescreen</PresentationFormat>
  <Paragraphs>65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MIT iQuHack 2026</dc:creator>
  <cp:lastModifiedBy>Benjamin Neil Anstrom</cp:lastModifiedBy>
  <cp:revision>2</cp:revision>
  <dcterms:created xsi:type="dcterms:W3CDTF">2026-02-01T10:36:06Z</dcterms:created>
  <dcterms:modified xsi:type="dcterms:W3CDTF">2026-02-01T11:16:39Z</dcterms:modified>
</cp:coreProperties>
</file>